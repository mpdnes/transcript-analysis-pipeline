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84" r:id="rId3"/>
    <p:sldId id="285" r:id="rId4"/>
    <p:sldId id="282" r:id="rId5"/>
    <p:sldId id="286" r:id="rId6"/>
    <p:sldId id="283" r:id="rId7"/>
  </p:sldIdLst>
  <p:sldSz cx="12801600" cy="8229600"/>
  <p:notesSz cx="6858000" cy="9144000"/>
  <p:defaultTextStyle>
    <a:defPPr>
      <a:defRPr lang="en-US"/>
    </a:defPPr>
    <a:lvl1pPr marL="0" algn="l" defTabSz="600801" rtl="0" eaLnBrk="1" latinLnBrk="0" hangingPunct="1">
      <a:defRPr sz="2359" kern="1200">
        <a:solidFill>
          <a:schemeClr val="tx1"/>
        </a:solidFill>
        <a:latin typeface="+mn-lt"/>
        <a:ea typeface="+mn-ea"/>
        <a:cs typeface="+mn-cs"/>
      </a:defRPr>
    </a:lvl1pPr>
    <a:lvl2pPr marL="600801" algn="l" defTabSz="600801" rtl="0" eaLnBrk="1" latinLnBrk="0" hangingPunct="1">
      <a:defRPr sz="2359" kern="1200">
        <a:solidFill>
          <a:schemeClr val="tx1"/>
        </a:solidFill>
        <a:latin typeface="+mn-lt"/>
        <a:ea typeface="+mn-ea"/>
        <a:cs typeface="+mn-cs"/>
      </a:defRPr>
    </a:lvl2pPr>
    <a:lvl3pPr marL="1201601" algn="l" defTabSz="600801" rtl="0" eaLnBrk="1" latinLnBrk="0" hangingPunct="1">
      <a:defRPr sz="2359" kern="1200">
        <a:solidFill>
          <a:schemeClr val="tx1"/>
        </a:solidFill>
        <a:latin typeface="+mn-lt"/>
        <a:ea typeface="+mn-ea"/>
        <a:cs typeface="+mn-cs"/>
      </a:defRPr>
    </a:lvl3pPr>
    <a:lvl4pPr marL="1802403" algn="l" defTabSz="600801" rtl="0" eaLnBrk="1" latinLnBrk="0" hangingPunct="1">
      <a:defRPr sz="2359" kern="1200">
        <a:solidFill>
          <a:schemeClr val="tx1"/>
        </a:solidFill>
        <a:latin typeface="+mn-lt"/>
        <a:ea typeface="+mn-ea"/>
        <a:cs typeface="+mn-cs"/>
      </a:defRPr>
    </a:lvl4pPr>
    <a:lvl5pPr marL="2403203" algn="l" defTabSz="600801" rtl="0" eaLnBrk="1" latinLnBrk="0" hangingPunct="1">
      <a:defRPr sz="2359" kern="1200">
        <a:solidFill>
          <a:schemeClr val="tx1"/>
        </a:solidFill>
        <a:latin typeface="+mn-lt"/>
        <a:ea typeface="+mn-ea"/>
        <a:cs typeface="+mn-cs"/>
      </a:defRPr>
    </a:lvl5pPr>
    <a:lvl6pPr marL="3004004" algn="l" defTabSz="600801" rtl="0" eaLnBrk="1" latinLnBrk="0" hangingPunct="1">
      <a:defRPr sz="2359" kern="1200">
        <a:solidFill>
          <a:schemeClr val="tx1"/>
        </a:solidFill>
        <a:latin typeface="+mn-lt"/>
        <a:ea typeface="+mn-ea"/>
        <a:cs typeface="+mn-cs"/>
      </a:defRPr>
    </a:lvl6pPr>
    <a:lvl7pPr marL="3604804" algn="l" defTabSz="600801" rtl="0" eaLnBrk="1" latinLnBrk="0" hangingPunct="1">
      <a:defRPr sz="2359" kern="1200">
        <a:solidFill>
          <a:schemeClr val="tx1"/>
        </a:solidFill>
        <a:latin typeface="+mn-lt"/>
        <a:ea typeface="+mn-ea"/>
        <a:cs typeface="+mn-cs"/>
      </a:defRPr>
    </a:lvl7pPr>
    <a:lvl8pPr marL="4205606" algn="l" defTabSz="600801" rtl="0" eaLnBrk="1" latinLnBrk="0" hangingPunct="1">
      <a:defRPr sz="2359" kern="1200">
        <a:solidFill>
          <a:schemeClr val="tx1"/>
        </a:solidFill>
        <a:latin typeface="+mn-lt"/>
        <a:ea typeface="+mn-ea"/>
        <a:cs typeface="+mn-cs"/>
      </a:defRPr>
    </a:lvl8pPr>
    <a:lvl9pPr marL="4806406" algn="l" defTabSz="600801" rtl="0" eaLnBrk="1" latinLnBrk="0" hangingPunct="1">
      <a:defRPr sz="235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 userDrawn="1">
          <p15:clr>
            <a:srgbClr val="A4A3A4"/>
          </p15:clr>
        </p15:guide>
        <p15:guide id="2" pos="40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EFF0"/>
    <a:srgbClr val="0432FF"/>
    <a:srgbClr val="F969E3"/>
    <a:srgbClr val="FDB5FF"/>
    <a:srgbClr val="FFF7CF"/>
    <a:srgbClr val="1DFF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68" autoAdjust="0"/>
    <p:restoredTop sz="93046" autoAdjust="0"/>
  </p:normalViewPr>
  <p:slideViewPr>
    <p:cSldViewPr snapToGrid="0" snapToObjects="1">
      <p:cViewPr>
        <p:scale>
          <a:sx n="90" d="100"/>
          <a:sy n="90" d="100"/>
        </p:scale>
        <p:origin x="1320" y="968"/>
      </p:cViewPr>
      <p:guideLst>
        <p:guide orient="horz" pos="2592"/>
        <p:guide pos="403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4" d="100"/>
        <a:sy n="154" d="100"/>
      </p:scale>
      <p:origin x="0" y="221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C6A0C1-0791-2E43-B593-BD554F747E4D}" type="datetime1">
              <a:rPr lang="en-US" smtClean="0"/>
              <a:t>4/14/23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COPYRIGHT 2021, THOMAS B. KINSMAN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88FD6-9F24-D747-AEB0-9414F6AB09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932447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E5D1DB-8208-5F4F-A5CE-82435A0B52FE}" type="datetime1">
              <a:rPr lang="en-US" smtClean="0"/>
              <a:t>4/14/23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62000" y="685800"/>
            <a:ext cx="5334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COPYRIGHT 2021, THOMAS B. KINSMAN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313624-0A0A-DE45-AAC2-F874E6E5C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738375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600801" rtl="0" eaLnBrk="1" latinLnBrk="0" hangingPunct="1">
      <a:defRPr sz="1533" kern="1200">
        <a:solidFill>
          <a:schemeClr val="tx1"/>
        </a:solidFill>
        <a:latin typeface="+mn-lt"/>
        <a:ea typeface="+mn-ea"/>
        <a:cs typeface="+mn-cs"/>
      </a:defRPr>
    </a:lvl1pPr>
    <a:lvl2pPr marL="600801" algn="l" defTabSz="600801" rtl="0" eaLnBrk="1" latinLnBrk="0" hangingPunct="1">
      <a:defRPr sz="1533" kern="1200">
        <a:solidFill>
          <a:schemeClr val="tx1"/>
        </a:solidFill>
        <a:latin typeface="+mn-lt"/>
        <a:ea typeface="+mn-ea"/>
        <a:cs typeface="+mn-cs"/>
      </a:defRPr>
    </a:lvl2pPr>
    <a:lvl3pPr marL="1201601" algn="l" defTabSz="600801" rtl="0" eaLnBrk="1" latinLnBrk="0" hangingPunct="1">
      <a:defRPr sz="1533" kern="1200">
        <a:solidFill>
          <a:schemeClr val="tx1"/>
        </a:solidFill>
        <a:latin typeface="+mn-lt"/>
        <a:ea typeface="+mn-ea"/>
        <a:cs typeface="+mn-cs"/>
      </a:defRPr>
    </a:lvl3pPr>
    <a:lvl4pPr marL="1802403" algn="l" defTabSz="600801" rtl="0" eaLnBrk="1" latinLnBrk="0" hangingPunct="1">
      <a:defRPr sz="1533" kern="1200">
        <a:solidFill>
          <a:schemeClr val="tx1"/>
        </a:solidFill>
        <a:latin typeface="+mn-lt"/>
        <a:ea typeface="+mn-ea"/>
        <a:cs typeface="+mn-cs"/>
      </a:defRPr>
    </a:lvl4pPr>
    <a:lvl5pPr marL="2403203" algn="l" defTabSz="600801" rtl="0" eaLnBrk="1" latinLnBrk="0" hangingPunct="1">
      <a:defRPr sz="1533" kern="1200">
        <a:solidFill>
          <a:schemeClr val="tx1"/>
        </a:solidFill>
        <a:latin typeface="+mn-lt"/>
        <a:ea typeface="+mn-ea"/>
        <a:cs typeface="+mn-cs"/>
      </a:defRPr>
    </a:lvl5pPr>
    <a:lvl6pPr marL="3004004" algn="l" defTabSz="600801" rtl="0" eaLnBrk="1" latinLnBrk="0" hangingPunct="1">
      <a:defRPr sz="1533" kern="1200">
        <a:solidFill>
          <a:schemeClr val="tx1"/>
        </a:solidFill>
        <a:latin typeface="+mn-lt"/>
        <a:ea typeface="+mn-ea"/>
        <a:cs typeface="+mn-cs"/>
      </a:defRPr>
    </a:lvl6pPr>
    <a:lvl7pPr marL="3604804" algn="l" defTabSz="600801" rtl="0" eaLnBrk="1" latinLnBrk="0" hangingPunct="1">
      <a:defRPr sz="1533" kern="1200">
        <a:solidFill>
          <a:schemeClr val="tx1"/>
        </a:solidFill>
        <a:latin typeface="+mn-lt"/>
        <a:ea typeface="+mn-ea"/>
        <a:cs typeface="+mn-cs"/>
      </a:defRPr>
    </a:lvl7pPr>
    <a:lvl8pPr marL="4205606" algn="l" defTabSz="600801" rtl="0" eaLnBrk="1" latinLnBrk="0" hangingPunct="1">
      <a:defRPr sz="1533" kern="1200">
        <a:solidFill>
          <a:schemeClr val="tx1"/>
        </a:solidFill>
        <a:latin typeface="+mn-lt"/>
        <a:ea typeface="+mn-ea"/>
        <a:cs typeface="+mn-cs"/>
      </a:defRPr>
    </a:lvl8pPr>
    <a:lvl9pPr marL="4806406" algn="l" defTabSz="600801" rtl="0" eaLnBrk="1" latinLnBrk="0" hangingPunct="1">
      <a:defRPr sz="153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2000" y="685800"/>
            <a:ext cx="5334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313624-0A0A-DE45-AAC2-F874E6E5C388}" type="slidenum">
              <a:rPr lang="en-US" smtClean="0"/>
              <a:t>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05D483-3D31-2A4D-BA69-113C29A7078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7085AD7C-E583-584E-9C01-784C04676201}" type="datetime1">
              <a:rPr lang="en-US" smtClean="0"/>
              <a:t>4/14/23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BC13F5-B6BD-CC4A-8A55-E4340E28AD7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COPYRIGHT 2021, THOMAS B. KINSMAN</a:t>
            </a:r>
          </a:p>
        </p:txBody>
      </p:sp>
    </p:spTree>
    <p:extLst>
      <p:ext uri="{BB962C8B-B14F-4D97-AF65-F5344CB8AC3E}">
        <p14:creationId xmlns:p14="http://schemas.microsoft.com/office/powerpoint/2010/main" val="620572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2556510"/>
            <a:ext cx="10881360" cy="176403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0240" y="4663440"/>
            <a:ext cx="8961120" cy="2103120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tx1"/>
                </a:solidFill>
              </a:defRPr>
            </a:lvl1pPr>
            <a:lvl2pPr marL="539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787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18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574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96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361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75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14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5D117-40E3-FB45-89B4-6F06A936382E}" type="datetime1">
              <a:rPr lang="en-US" smtClean="0"/>
              <a:t>4/14/23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Thomas B. Kinsman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7AFD4-4D5B-3349-87D8-45B09FE3E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051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 baseline="0">
                <a:solidFill>
                  <a:schemeClr val="tx1"/>
                </a:solidFill>
              </a:defRPr>
            </a:lvl2pPr>
            <a:lvl3pPr>
              <a:defRPr baseline="0">
                <a:solidFill>
                  <a:schemeClr val="tx1"/>
                </a:solidFill>
              </a:defRPr>
            </a:lvl3pPr>
            <a:lvl4pPr>
              <a:defRPr baseline="0"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C9EAD-8E99-5D4A-8B06-0543E54C81AC}" type="datetime1">
              <a:rPr lang="en-US" smtClean="0"/>
              <a:t>4/14/23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Thomas B. Kinsman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7AFD4-4D5B-3349-87D8-45B09FE3E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906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38" y="5288281"/>
            <a:ext cx="10881360" cy="1634490"/>
          </a:xfrm>
        </p:spPr>
        <p:txBody>
          <a:bodyPr anchor="t"/>
          <a:lstStyle>
            <a:lvl1pPr algn="l">
              <a:defRPr sz="4765" b="1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238" y="3488056"/>
            <a:ext cx="10881360" cy="1800224"/>
          </a:xfrm>
        </p:spPr>
        <p:txBody>
          <a:bodyPr anchor="b"/>
          <a:lstStyle>
            <a:lvl1pPr marL="0" indent="0">
              <a:buNone/>
              <a:defRPr sz="2329">
                <a:solidFill>
                  <a:schemeClr val="tx1">
                    <a:tint val="75000"/>
                  </a:schemeClr>
                </a:solidFill>
              </a:defRPr>
            </a:lvl1pPr>
            <a:lvl2pPr marL="539365" indent="0">
              <a:buNone/>
              <a:defRPr sz="2118">
                <a:solidFill>
                  <a:schemeClr val="tx1">
                    <a:tint val="75000"/>
                  </a:schemeClr>
                </a:solidFill>
              </a:defRPr>
            </a:lvl2pPr>
            <a:lvl3pPr marL="1078731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3pPr>
            <a:lvl4pPr marL="1618097" indent="0">
              <a:buNone/>
              <a:defRPr sz="1694">
                <a:solidFill>
                  <a:schemeClr val="tx1">
                    <a:tint val="75000"/>
                  </a:schemeClr>
                </a:solidFill>
              </a:defRPr>
            </a:lvl4pPr>
            <a:lvl5pPr marL="2157463" indent="0">
              <a:buNone/>
              <a:defRPr sz="1694">
                <a:solidFill>
                  <a:schemeClr val="tx1">
                    <a:tint val="75000"/>
                  </a:schemeClr>
                </a:solidFill>
              </a:defRPr>
            </a:lvl5pPr>
            <a:lvl6pPr marL="2696828" indent="0">
              <a:buNone/>
              <a:defRPr sz="1694">
                <a:solidFill>
                  <a:schemeClr val="tx1">
                    <a:tint val="75000"/>
                  </a:schemeClr>
                </a:solidFill>
              </a:defRPr>
            </a:lvl6pPr>
            <a:lvl7pPr marL="3236194" indent="0">
              <a:buNone/>
              <a:defRPr sz="1694">
                <a:solidFill>
                  <a:schemeClr val="tx1">
                    <a:tint val="75000"/>
                  </a:schemeClr>
                </a:solidFill>
              </a:defRPr>
            </a:lvl7pPr>
            <a:lvl8pPr marL="3775560" indent="0">
              <a:buNone/>
              <a:defRPr sz="1694">
                <a:solidFill>
                  <a:schemeClr val="tx1">
                    <a:tint val="75000"/>
                  </a:schemeClr>
                </a:solidFill>
              </a:defRPr>
            </a:lvl8pPr>
            <a:lvl9pPr marL="4314926" indent="0">
              <a:buNone/>
              <a:defRPr sz="16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BBBA0-8D6A-864B-9FDE-0D3897DB13E6}" type="datetime1">
              <a:rPr lang="en-US" smtClean="0"/>
              <a:t>4/14/23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Thomas B. Kinsman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7AFD4-4D5B-3349-87D8-45B09FE3E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058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1920240"/>
            <a:ext cx="5654040" cy="5431156"/>
          </a:xfrm>
        </p:spPr>
        <p:txBody>
          <a:bodyPr/>
          <a:lstStyle>
            <a:lvl1pPr>
              <a:defRPr sz="3282"/>
            </a:lvl1pPr>
            <a:lvl2pPr>
              <a:defRPr sz="2859"/>
            </a:lvl2pPr>
            <a:lvl3pPr>
              <a:defRPr sz="2329"/>
            </a:lvl3pPr>
            <a:lvl4pPr>
              <a:defRPr sz="2118"/>
            </a:lvl4pPr>
            <a:lvl5pPr>
              <a:defRPr sz="2118"/>
            </a:lvl5pPr>
            <a:lvl6pPr>
              <a:defRPr sz="2118"/>
            </a:lvl6pPr>
            <a:lvl7pPr>
              <a:defRPr sz="2118"/>
            </a:lvl7pPr>
            <a:lvl8pPr>
              <a:defRPr sz="2118"/>
            </a:lvl8pPr>
            <a:lvl9pPr>
              <a:defRPr sz="211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7480" y="1920240"/>
            <a:ext cx="5654040" cy="5431156"/>
          </a:xfrm>
        </p:spPr>
        <p:txBody>
          <a:bodyPr/>
          <a:lstStyle>
            <a:lvl1pPr>
              <a:defRPr sz="3282"/>
            </a:lvl1pPr>
            <a:lvl2pPr>
              <a:defRPr sz="2859"/>
            </a:lvl2pPr>
            <a:lvl3pPr>
              <a:defRPr sz="2329"/>
            </a:lvl3pPr>
            <a:lvl4pPr>
              <a:defRPr sz="2118"/>
            </a:lvl4pPr>
            <a:lvl5pPr>
              <a:defRPr sz="2118"/>
            </a:lvl5pPr>
            <a:lvl6pPr>
              <a:defRPr sz="2118"/>
            </a:lvl6pPr>
            <a:lvl7pPr>
              <a:defRPr sz="2118"/>
            </a:lvl7pPr>
            <a:lvl8pPr>
              <a:defRPr sz="2118"/>
            </a:lvl8pPr>
            <a:lvl9pPr>
              <a:defRPr sz="211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5A1F4-554D-6D4B-A4A2-3AA25E9BD29E}" type="datetime1">
              <a:rPr lang="en-US" smtClean="0"/>
              <a:t>4/14/23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Thomas B. Kinsman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7AFD4-4D5B-3349-87D8-45B09FE3E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232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1" y="1842136"/>
            <a:ext cx="5656263" cy="767715"/>
          </a:xfrm>
        </p:spPr>
        <p:txBody>
          <a:bodyPr anchor="b"/>
          <a:lstStyle>
            <a:lvl1pPr marL="0" indent="0">
              <a:buNone/>
              <a:defRPr sz="2859" b="1"/>
            </a:lvl1pPr>
            <a:lvl2pPr marL="539365" indent="0">
              <a:buNone/>
              <a:defRPr sz="2329" b="1"/>
            </a:lvl2pPr>
            <a:lvl3pPr marL="1078731" indent="0">
              <a:buNone/>
              <a:defRPr sz="2118" b="1"/>
            </a:lvl3pPr>
            <a:lvl4pPr marL="1618097" indent="0">
              <a:buNone/>
              <a:defRPr sz="1906" b="1"/>
            </a:lvl4pPr>
            <a:lvl5pPr marL="2157463" indent="0">
              <a:buNone/>
              <a:defRPr sz="1906" b="1"/>
            </a:lvl5pPr>
            <a:lvl6pPr marL="2696828" indent="0">
              <a:buNone/>
              <a:defRPr sz="1906" b="1"/>
            </a:lvl6pPr>
            <a:lvl7pPr marL="3236194" indent="0">
              <a:buNone/>
              <a:defRPr sz="1906" b="1"/>
            </a:lvl7pPr>
            <a:lvl8pPr marL="3775560" indent="0">
              <a:buNone/>
              <a:defRPr sz="1906" b="1"/>
            </a:lvl8pPr>
            <a:lvl9pPr marL="4314926" indent="0">
              <a:buNone/>
              <a:defRPr sz="190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1" y="2609851"/>
            <a:ext cx="5656263" cy="4741545"/>
          </a:xfrm>
        </p:spPr>
        <p:txBody>
          <a:bodyPr/>
          <a:lstStyle>
            <a:lvl1pPr>
              <a:defRPr sz="2859"/>
            </a:lvl1pPr>
            <a:lvl2pPr>
              <a:defRPr sz="2329"/>
            </a:lvl2pPr>
            <a:lvl3pPr>
              <a:defRPr sz="2118"/>
            </a:lvl3pPr>
            <a:lvl4pPr>
              <a:defRPr sz="1906"/>
            </a:lvl4pPr>
            <a:lvl5pPr>
              <a:defRPr sz="1906"/>
            </a:lvl5pPr>
            <a:lvl6pPr>
              <a:defRPr sz="1906"/>
            </a:lvl6pPr>
            <a:lvl7pPr>
              <a:defRPr sz="1906"/>
            </a:lvl7pPr>
            <a:lvl8pPr>
              <a:defRPr sz="1906"/>
            </a:lvl8pPr>
            <a:lvl9pPr>
              <a:defRPr sz="19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03036" y="1842136"/>
            <a:ext cx="5658486" cy="767715"/>
          </a:xfrm>
        </p:spPr>
        <p:txBody>
          <a:bodyPr anchor="b"/>
          <a:lstStyle>
            <a:lvl1pPr marL="0" indent="0">
              <a:buNone/>
              <a:defRPr sz="2859" b="1"/>
            </a:lvl1pPr>
            <a:lvl2pPr marL="539365" indent="0">
              <a:buNone/>
              <a:defRPr sz="2329" b="1"/>
            </a:lvl2pPr>
            <a:lvl3pPr marL="1078731" indent="0">
              <a:buNone/>
              <a:defRPr sz="2118" b="1"/>
            </a:lvl3pPr>
            <a:lvl4pPr marL="1618097" indent="0">
              <a:buNone/>
              <a:defRPr sz="1906" b="1"/>
            </a:lvl4pPr>
            <a:lvl5pPr marL="2157463" indent="0">
              <a:buNone/>
              <a:defRPr sz="1906" b="1"/>
            </a:lvl5pPr>
            <a:lvl6pPr marL="2696828" indent="0">
              <a:buNone/>
              <a:defRPr sz="1906" b="1"/>
            </a:lvl6pPr>
            <a:lvl7pPr marL="3236194" indent="0">
              <a:buNone/>
              <a:defRPr sz="1906" b="1"/>
            </a:lvl7pPr>
            <a:lvl8pPr marL="3775560" indent="0">
              <a:buNone/>
              <a:defRPr sz="1906" b="1"/>
            </a:lvl8pPr>
            <a:lvl9pPr marL="4314926" indent="0">
              <a:buNone/>
              <a:defRPr sz="190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3036" y="2609851"/>
            <a:ext cx="5658486" cy="4741545"/>
          </a:xfrm>
        </p:spPr>
        <p:txBody>
          <a:bodyPr/>
          <a:lstStyle>
            <a:lvl1pPr>
              <a:defRPr sz="2859"/>
            </a:lvl1pPr>
            <a:lvl2pPr>
              <a:defRPr sz="2329"/>
            </a:lvl2pPr>
            <a:lvl3pPr>
              <a:defRPr sz="2118"/>
            </a:lvl3pPr>
            <a:lvl4pPr>
              <a:defRPr sz="1906"/>
            </a:lvl4pPr>
            <a:lvl5pPr>
              <a:defRPr sz="1906"/>
            </a:lvl5pPr>
            <a:lvl6pPr>
              <a:defRPr sz="1906"/>
            </a:lvl6pPr>
            <a:lvl7pPr>
              <a:defRPr sz="1906"/>
            </a:lvl7pPr>
            <a:lvl8pPr>
              <a:defRPr sz="1906"/>
            </a:lvl8pPr>
            <a:lvl9pPr>
              <a:defRPr sz="19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0CC60-7EB8-3641-A990-8778262BEB7E}" type="datetime1">
              <a:rPr lang="en-US" smtClean="0"/>
              <a:t>4/14/23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Thomas B. Kinsman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7AFD4-4D5B-3349-87D8-45B09FE3E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178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83758"/>
            <a:ext cx="11521440" cy="732319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A41B8-5006-9145-ABDE-306AB5B7161C}" type="datetime1">
              <a:rPr lang="en-US" smtClean="0"/>
              <a:t>4/14/23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Thomas B. Kinsman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7AFD4-4D5B-3349-87D8-45B09FE3E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52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26717-4433-744A-9CC4-3807D870CDB1}" type="datetime1">
              <a:rPr lang="en-US" smtClean="0"/>
              <a:t>4/14/23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Thomas B. Kinsman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7AFD4-4D5B-3349-87D8-45B09FE3E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943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1" y="327660"/>
            <a:ext cx="4211638" cy="1394460"/>
          </a:xfrm>
        </p:spPr>
        <p:txBody>
          <a:bodyPr anchor="b"/>
          <a:lstStyle>
            <a:lvl1pPr algn="l">
              <a:defRPr sz="232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5071" y="327660"/>
            <a:ext cx="7156450" cy="7023736"/>
          </a:xfrm>
        </p:spPr>
        <p:txBody>
          <a:bodyPr/>
          <a:lstStyle>
            <a:lvl1pPr>
              <a:defRPr sz="3812"/>
            </a:lvl1pPr>
            <a:lvl2pPr>
              <a:defRPr sz="3282"/>
            </a:lvl2pPr>
            <a:lvl3pPr>
              <a:defRPr sz="2859"/>
            </a:lvl3pPr>
            <a:lvl4pPr>
              <a:defRPr sz="2329"/>
            </a:lvl4pPr>
            <a:lvl5pPr>
              <a:defRPr sz="2329"/>
            </a:lvl5pPr>
            <a:lvl6pPr>
              <a:defRPr sz="2329"/>
            </a:lvl6pPr>
            <a:lvl7pPr>
              <a:defRPr sz="2329"/>
            </a:lvl7pPr>
            <a:lvl8pPr>
              <a:defRPr sz="2329"/>
            </a:lvl8pPr>
            <a:lvl9pPr>
              <a:defRPr sz="232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1" y="1722120"/>
            <a:ext cx="4211638" cy="5629276"/>
          </a:xfrm>
        </p:spPr>
        <p:txBody>
          <a:bodyPr/>
          <a:lstStyle>
            <a:lvl1pPr marL="0" indent="0">
              <a:buNone/>
              <a:defRPr sz="1694"/>
            </a:lvl1pPr>
            <a:lvl2pPr marL="539365" indent="0">
              <a:buNone/>
              <a:defRPr sz="1376"/>
            </a:lvl2pPr>
            <a:lvl3pPr marL="1078731" indent="0">
              <a:buNone/>
              <a:defRPr sz="1165"/>
            </a:lvl3pPr>
            <a:lvl4pPr marL="1618097" indent="0">
              <a:buNone/>
              <a:defRPr sz="1059"/>
            </a:lvl4pPr>
            <a:lvl5pPr marL="2157463" indent="0">
              <a:buNone/>
              <a:defRPr sz="1059"/>
            </a:lvl5pPr>
            <a:lvl6pPr marL="2696828" indent="0">
              <a:buNone/>
              <a:defRPr sz="1059"/>
            </a:lvl6pPr>
            <a:lvl7pPr marL="3236194" indent="0">
              <a:buNone/>
              <a:defRPr sz="1059"/>
            </a:lvl7pPr>
            <a:lvl8pPr marL="3775560" indent="0">
              <a:buNone/>
              <a:defRPr sz="1059"/>
            </a:lvl8pPr>
            <a:lvl9pPr marL="4314926" indent="0">
              <a:buNone/>
              <a:defRPr sz="10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04677-744D-D34C-809A-199DF90FC3D0}" type="datetime1">
              <a:rPr lang="en-US" smtClean="0"/>
              <a:t>4/14/23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Thomas B. Kinsman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7AFD4-4D5B-3349-87D8-45B09FE3E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373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9203" y="5760720"/>
            <a:ext cx="7680960" cy="680086"/>
          </a:xfrm>
        </p:spPr>
        <p:txBody>
          <a:bodyPr anchor="b"/>
          <a:lstStyle>
            <a:lvl1pPr algn="l">
              <a:defRPr sz="232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09203" y="735330"/>
            <a:ext cx="7680960" cy="4937760"/>
          </a:xfrm>
        </p:spPr>
        <p:txBody>
          <a:bodyPr/>
          <a:lstStyle>
            <a:lvl1pPr marL="0" indent="0">
              <a:buNone/>
              <a:defRPr sz="3812"/>
            </a:lvl1pPr>
            <a:lvl2pPr marL="539365" indent="0">
              <a:buNone/>
              <a:defRPr sz="3282"/>
            </a:lvl2pPr>
            <a:lvl3pPr marL="1078731" indent="0">
              <a:buNone/>
              <a:defRPr sz="2859"/>
            </a:lvl3pPr>
            <a:lvl4pPr marL="1618097" indent="0">
              <a:buNone/>
              <a:defRPr sz="2329"/>
            </a:lvl4pPr>
            <a:lvl5pPr marL="2157463" indent="0">
              <a:buNone/>
              <a:defRPr sz="2329"/>
            </a:lvl5pPr>
            <a:lvl6pPr marL="2696828" indent="0">
              <a:buNone/>
              <a:defRPr sz="2329"/>
            </a:lvl6pPr>
            <a:lvl7pPr marL="3236194" indent="0">
              <a:buNone/>
              <a:defRPr sz="2329"/>
            </a:lvl7pPr>
            <a:lvl8pPr marL="3775560" indent="0">
              <a:buNone/>
              <a:defRPr sz="2329"/>
            </a:lvl8pPr>
            <a:lvl9pPr marL="4314926" indent="0">
              <a:buNone/>
              <a:defRPr sz="232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09203" y="6440806"/>
            <a:ext cx="7680960" cy="965834"/>
          </a:xfrm>
        </p:spPr>
        <p:txBody>
          <a:bodyPr/>
          <a:lstStyle>
            <a:lvl1pPr marL="0" indent="0">
              <a:buNone/>
              <a:defRPr sz="1694"/>
            </a:lvl1pPr>
            <a:lvl2pPr marL="539365" indent="0">
              <a:buNone/>
              <a:defRPr sz="1376"/>
            </a:lvl2pPr>
            <a:lvl3pPr marL="1078731" indent="0">
              <a:buNone/>
              <a:defRPr sz="1165"/>
            </a:lvl3pPr>
            <a:lvl4pPr marL="1618097" indent="0">
              <a:buNone/>
              <a:defRPr sz="1059"/>
            </a:lvl4pPr>
            <a:lvl5pPr marL="2157463" indent="0">
              <a:buNone/>
              <a:defRPr sz="1059"/>
            </a:lvl5pPr>
            <a:lvl6pPr marL="2696828" indent="0">
              <a:buNone/>
              <a:defRPr sz="1059"/>
            </a:lvl6pPr>
            <a:lvl7pPr marL="3236194" indent="0">
              <a:buNone/>
              <a:defRPr sz="1059"/>
            </a:lvl7pPr>
            <a:lvl8pPr marL="3775560" indent="0">
              <a:buNone/>
              <a:defRPr sz="1059"/>
            </a:lvl8pPr>
            <a:lvl9pPr marL="4314926" indent="0">
              <a:buNone/>
              <a:defRPr sz="10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39513-C109-6B47-998D-B407A369527B}" type="datetime1">
              <a:rPr lang="en-US" smtClean="0"/>
              <a:t>4/14/23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Thomas B. Kinsman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7AFD4-4D5B-3349-87D8-45B09FE3E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134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8FD6F-143D-1649-AB8C-6D836912EADA}" type="datetime1">
              <a:rPr lang="en-US" smtClean="0"/>
              <a:t>4/14/23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Thomas B. Kinsman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7AFD4-4D5B-3349-87D8-45B09FE3E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57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81160" y="329566"/>
            <a:ext cx="2880360" cy="70218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329566"/>
            <a:ext cx="8427720" cy="70218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45D48-D0D4-6B4B-9762-55A1C16966D6}" type="datetime1">
              <a:rPr lang="en-US" smtClean="0"/>
              <a:t>4/14/23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Thomas B. Kinsman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7AFD4-4D5B-3349-87D8-45B09FE3E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821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080" y="329565"/>
            <a:ext cx="11521440" cy="722487"/>
          </a:xfrm>
          <a:prstGeom prst="rect">
            <a:avLst/>
          </a:prstGeom>
        </p:spPr>
        <p:txBody>
          <a:bodyPr vert="horz" lIns="101882" tIns="50941" rIns="101882" bIns="50941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052052"/>
            <a:ext cx="11521440" cy="6299344"/>
          </a:xfrm>
          <a:prstGeom prst="rect">
            <a:avLst/>
          </a:prstGeom>
        </p:spPr>
        <p:txBody>
          <a:bodyPr vert="horz" lIns="101882" tIns="50941" rIns="101882" bIns="50941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7900035"/>
            <a:ext cx="2719574" cy="329565"/>
          </a:xfrm>
          <a:prstGeom prst="rect">
            <a:avLst/>
          </a:prstGeom>
        </p:spPr>
        <p:txBody>
          <a:bodyPr vert="horz" lIns="101882" tIns="50941" rIns="101882" bIns="50941" rtlCol="0" anchor="ctr"/>
          <a:lstStyle>
            <a:lvl1pPr algn="l">
              <a:defRPr sz="1059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CC90D55E-E211-8643-91C2-4268F91B6228}" type="datetime1">
              <a:rPr lang="en-US" smtClean="0"/>
              <a:t>4/14/23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3880" y="8063864"/>
            <a:ext cx="4053840" cy="165736"/>
          </a:xfrm>
          <a:prstGeom prst="rect">
            <a:avLst/>
          </a:prstGeom>
        </p:spPr>
        <p:txBody>
          <a:bodyPr vert="horz" lIns="101882" tIns="50941" rIns="101882" bIns="50941" rtlCol="0" anchor="ctr"/>
          <a:lstStyle>
            <a:lvl1pPr algn="ctr">
              <a:defRPr sz="13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2023 Thomas B. Kinsman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14560" y="8063864"/>
            <a:ext cx="2987040" cy="165736"/>
          </a:xfrm>
          <a:prstGeom prst="rect">
            <a:avLst/>
          </a:prstGeom>
        </p:spPr>
        <p:txBody>
          <a:bodyPr vert="horz" lIns="101882" tIns="50941" rIns="101882" bIns="50941" rtlCol="0" anchor="ctr"/>
          <a:lstStyle>
            <a:lvl1pPr algn="r">
              <a:defRPr sz="1059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6CFEA643-DCA2-3646-B0BC-154FC4E1C1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304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539365" rtl="0" eaLnBrk="1" latinLnBrk="0" hangingPunct="1">
        <a:spcBef>
          <a:spcPct val="0"/>
        </a:spcBef>
        <a:buNone/>
        <a:defRPr sz="5188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4524" indent="-404524" algn="l" defTabSz="539365" rtl="0" eaLnBrk="1" latinLnBrk="0" hangingPunct="1">
        <a:spcBef>
          <a:spcPct val="20000"/>
        </a:spcBef>
        <a:buFont typeface="Arial"/>
        <a:buChar char="•"/>
        <a:defRPr sz="3812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876469" indent="-337104" algn="l" defTabSz="539365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3282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348415" indent="-269683" algn="l" defTabSz="539365" rtl="0" eaLnBrk="1" latinLnBrk="0" hangingPunct="1">
        <a:spcBef>
          <a:spcPct val="20000"/>
        </a:spcBef>
        <a:buFont typeface="Wingdings" pitchFamily="2" charset="2"/>
        <a:buChar char="§"/>
        <a:defRPr sz="2859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887780" indent="-269683" algn="l" defTabSz="5393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29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427145" indent="-269683" algn="l" defTabSz="539365" rtl="0" eaLnBrk="1" latinLnBrk="0" hangingPunct="1">
        <a:spcBef>
          <a:spcPct val="20000"/>
        </a:spcBef>
        <a:buFont typeface="Arial"/>
        <a:buChar char="»"/>
        <a:defRPr sz="2329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966511" indent="-269683" algn="l" defTabSz="539365" rtl="0" eaLnBrk="1" latinLnBrk="0" hangingPunct="1">
        <a:spcBef>
          <a:spcPct val="20000"/>
        </a:spcBef>
        <a:buFont typeface="Arial"/>
        <a:buChar char="•"/>
        <a:defRPr sz="2329" kern="1200">
          <a:solidFill>
            <a:schemeClr val="tx1"/>
          </a:solidFill>
          <a:latin typeface="+mn-lt"/>
          <a:ea typeface="+mn-ea"/>
          <a:cs typeface="+mn-cs"/>
        </a:defRPr>
      </a:lvl6pPr>
      <a:lvl7pPr marL="3505877" indent="-269683" algn="l" defTabSz="539365" rtl="0" eaLnBrk="1" latinLnBrk="0" hangingPunct="1">
        <a:spcBef>
          <a:spcPct val="20000"/>
        </a:spcBef>
        <a:buFont typeface="Arial"/>
        <a:buChar char="•"/>
        <a:defRPr sz="2329" kern="1200">
          <a:solidFill>
            <a:schemeClr val="tx1"/>
          </a:solidFill>
          <a:latin typeface="+mn-lt"/>
          <a:ea typeface="+mn-ea"/>
          <a:cs typeface="+mn-cs"/>
        </a:defRPr>
      </a:lvl7pPr>
      <a:lvl8pPr marL="4045243" indent="-269683" algn="l" defTabSz="539365" rtl="0" eaLnBrk="1" latinLnBrk="0" hangingPunct="1">
        <a:spcBef>
          <a:spcPct val="20000"/>
        </a:spcBef>
        <a:buFont typeface="Arial"/>
        <a:buChar char="•"/>
        <a:defRPr sz="2329" kern="1200">
          <a:solidFill>
            <a:schemeClr val="tx1"/>
          </a:solidFill>
          <a:latin typeface="+mn-lt"/>
          <a:ea typeface="+mn-ea"/>
          <a:cs typeface="+mn-cs"/>
        </a:defRPr>
      </a:lvl8pPr>
      <a:lvl9pPr marL="4584608" indent="-269683" algn="l" defTabSz="539365" rtl="0" eaLnBrk="1" latinLnBrk="0" hangingPunct="1">
        <a:spcBef>
          <a:spcPct val="20000"/>
        </a:spcBef>
        <a:buFont typeface="Arial"/>
        <a:buChar char="•"/>
        <a:defRPr sz="23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9365" rtl="0" eaLnBrk="1" latinLnBrk="0" hangingPunct="1">
        <a:defRPr sz="2118" kern="1200">
          <a:solidFill>
            <a:schemeClr val="tx1"/>
          </a:solidFill>
          <a:latin typeface="+mn-lt"/>
          <a:ea typeface="+mn-ea"/>
          <a:cs typeface="+mn-cs"/>
        </a:defRPr>
      </a:lvl1pPr>
      <a:lvl2pPr marL="539365" algn="l" defTabSz="539365" rtl="0" eaLnBrk="1" latinLnBrk="0" hangingPunct="1">
        <a:defRPr sz="2118" kern="1200">
          <a:solidFill>
            <a:schemeClr val="tx1"/>
          </a:solidFill>
          <a:latin typeface="+mn-lt"/>
          <a:ea typeface="+mn-ea"/>
          <a:cs typeface="+mn-cs"/>
        </a:defRPr>
      </a:lvl2pPr>
      <a:lvl3pPr marL="1078731" algn="l" defTabSz="539365" rtl="0" eaLnBrk="1" latinLnBrk="0" hangingPunct="1">
        <a:defRPr sz="2118" kern="1200">
          <a:solidFill>
            <a:schemeClr val="tx1"/>
          </a:solidFill>
          <a:latin typeface="+mn-lt"/>
          <a:ea typeface="+mn-ea"/>
          <a:cs typeface="+mn-cs"/>
        </a:defRPr>
      </a:lvl3pPr>
      <a:lvl4pPr marL="1618097" algn="l" defTabSz="539365" rtl="0" eaLnBrk="1" latinLnBrk="0" hangingPunct="1">
        <a:defRPr sz="2118" kern="1200">
          <a:solidFill>
            <a:schemeClr val="tx1"/>
          </a:solidFill>
          <a:latin typeface="+mn-lt"/>
          <a:ea typeface="+mn-ea"/>
          <a:cs typeface="+mn-cs"/>
        </a:defRPr>
      </a:lvl4pPr>
      <a:lvl5pPr marL="2157463" algn="l" defTabSz="539365" rtl="0" eaLnBrk="1" latinLnBrk="0" hangingPunct="1">
        <a:defRPr sz="2118" kern="1200">
          <a:solidFill>
            <a:schemeClr val="tx1"/>
          </a:solidFill>
          <a:latin typeface="+mn-lt"/>
          <a:ea typeface="+mn-ea"/>
          <a:cs typeface="+mn-cs"/>
        </a:defRPr>
      </a:lvl5pPr>
      <a:lvl6pPr marL="2696828" algn="l" defTabSz="539365" rtl="0" eaLnBrk="1" latinLnBrk="0" hangingPunct="1">
        <a:defRPr sz="2118" kern="1200">
          <a:solidFill>
            <a:schemeClr val="tx1"/>
          </a:solidFill>
          <a:latin typeface="+mn-lt"/>
          <a:ea typeface="+mn-ea"/>
          <a:cs typeface="+mn-cs"/>
        </a:defRPr>
      </a:lvl6pPr>
      <a:lvl7pPr marL="3236194" algn="l" defTabSz="539365" rtl="0" eaLnBrk="1" latinLnBrk="0" hangingPunct="1">
        <a:defRPr sz="2118" kern="1200">
          <a:solidFill>
            <a:schemeClr val="tx1"/>
          </a:solidFill>
          <a:latin typeface="+mn-lt"/>
          <a:ea typeface="+mn-ea"/>
          <a:cs typeface="+mn-cs"/>
        </a:defRPr>
      </a:lvl7pPr>
      <a:lvl8pPr marL="3775560" algn="l" defTabSz="539365" rtl="0" eaLnBrk="1" latinLnBrk="0" hangingPunct="1">
        <a:defRPr sz="2118" kern="1200">
          <a:solidFill>
            <a:schemeClr val="tx1"/>
          </a:solidFill>
          <a:latin typeface="+mn-lt"/>
          <a:ea typeface="+mn-ea"/>
          <a:cs typeface="+mn-cs"/>
        </a:defRPr>
      </a:lvl8pPr>
      <a:lvl9pPr marL="4314926" algn="l" defTabSz="539365" rtl="0" eaLnBrk="1" latinLnBrk="0" hangingPunct="1">
        <a:defRPr sz="21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2180" y="1645370"/>
            <a:ext cx="9541153" cy="5982251"/>
          </a:xfrm>
        </p:spPr>
        <p:txBody>
          <a:bodyPr>
            <a:normAutofit/>
          </a:bodyPr>
          <a:lstStyle/>
          <a:p>
            <a:br>
              <a:rPr lang="en-US" sz="4000" dirty="0">
                <a:solidFill>
                  <a:schemeClr val="tx1"/>
                </a:solidFill>
              </a:rPr>
            </a:br>
            <a:r>
              <a:rPr lang="en-US" sz="4000" dirty="0">
                <a:solidFill>
                  <a:schemeClr val="tx1"/>
                </a:solidFill>
              </a:rPr>
              <a:t>(spell out later)</a:t>
            </a:r>
            <a:br>
              <a:rPr lang="en-US" sz="4000" dirty="0">
                <a:solidFill>
                  <a:schemeClr val="tx1"/>
                </a:solidFill>
              </a:rPr>
            </a:br>
            <a:endParaRPr lang="en-US" sz="4000" dirty="0">
              <a:solidFill>
                <a:schemeClr val="tx1"/>
              </a:solidFill>
            </a:endParaRPr>
          </a:p>
          <a:p>
            <a:endParaRPr lang="en-US" sz="4000" dirty="0">
              <a:solidFill>
                <a:schemeClr val="tx1"/>
              </a:solidFill>
            </a:endParaRPr>
          </a:p>
          <a:p>
            <a:endParaRPr lang="en-US" sz="4000" dirty="0"/>
          </a:p>
          <a:p>
            <a:r>
              <a:rPr lang="en-US" sz="4000" dirty="0">
                <a:solidFill>
                  <a:schemeClr val="tx1"/>
                </a:solidFill>
              </a:rPr>
              <a:t>April 2023</a:t>
            </a:r>
            <a:br>
              <a:rPr lang="en-US" sz="4000" dirty="0">
                <a:solidFill>
                  <a:schemeClr val="tx1"/>
                </a:solidFill>
              </a:rPr>
            </a:br>
            <a:r>
              <a:rPr lang="en-US" sz="4000" dirty="0">
                <a:solidFill>
                  <a:schemeClr val="tx1"/>
                </a:solidFill>
              </a:rPr>
              <a:t>Michael Donovan</a:t>
            </a:r>
            <a:br>
              <a:rPr lang="en-US" sz="4000" dirty="0">
                <a:solidFill>
                  <a:schemeClr val="tx1"/>
                </a:solidFill>
              </a:rPr>
            </a:br>
            <a:r>
              <a:rPr lang="en-US" sz="4000" dirty="0">
                <a:solidFill>
                  <a:schemeClr val="tx1"/>
                </a:solidFill>
              </a:rPr>
              <a:t>Thomas B. Kinsman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7AFD4-4D5B-3349-87D8-45B09FE3E7A5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86F00-889B-344B-B140-10D72C77F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Thomas B. Kinsman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4520" y="728453"/>
            <a:ext cx="9052560" cy="852888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TAP Initiative</a:t>
            </a:r>
          </a:p>
        </p:txBody>
      </p:sp>
    </p:spTree>
    <p:extLst>
      <p:ext uri="{BB962C8B-B14F-4D97-AF65-F5344CB8AC3E}">
        <p14:creationId xmlns:p14="http://schemas.microsoft.com/office/powerpoint/2010/main" val="3331712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C74D5-4267-D1A8-54EC-C30D8DAE5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99985"/>
            <a:ext cx="11521440" cy="852068"/>
          </a:xfrm>
        </p:spPr>
        <p:txBody>
          <a:bodyPr>
            <a:normAutofit fontScale="90000"/>
          </a:bodyPr>
          <a:lstStyle/>
          <a:p>
            <a:r>
              <a:rPr lang="en-US" dirty="0"/>
              <a:t>Analysis v1.0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F495F-0CEF-53AF-FC1A-7E382EB6C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052051"/>
            <a:ext cx="11521440" cy="6932999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A9A121-BB23-9176-3186-1F70A023E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2023 Thomas B. Kinsman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515B26-2F97-827D-69F4-D841AB55D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7AFD4-4D5B-3349-87D8-45B09FE3E7A5}" type="slidenum">
              <a:rPr lang="en-US" smtClean="0"/>
              <a:t>2</a:t>
            </a:fld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AB207EC-A852-9561-7A43-CFEED6FD1DDD}"/>
              </a:ext>
            </a:extLst>
          </p:cNvPr>
          <p:cNvSpPr/>
          <p:nvPr/>
        </p:nvSpPr>
        <p:spPr>
          <a:xfrm>
            <a:off x="640079" y="1052050"/>
            <a:ext cx="3420291" cy="98357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Previous Course Lecture or Course Transcript(s)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424DC7-F223-0E44-1E12-51DCD98D0FE7}"/>
              </a:ext>
            </a:extLst>
          </p:cNvPr>
          <p:cNvSpPr/>
          <p:nvPr/>
        </p:nvSpPr>
        <p:spPr>
          <a:xfrm>
            <a:off x="9380400" y="5601828"/>
            <a:ext cx="2781120" cy="10951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Word Clouds &amp;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Vocabulary Lists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FF98C3D-3B75-0B69-7469-EE652F110B56}"/>
              </a:ext>
            </a:extLst>
          </p:cNvPr>
          <p:cNvSpPr/>
          <p:nvPr/>
        </p:nvSpPr>
        <p:spPr>
          <a:xfrm>
            <a:off x="810713" y="8557741"/>
            <a:ext cx="3420291" cy="98357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asdf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1A83215-67D7-990D-D8E0-06232E1B81F0}"/>
              </a:ext>
            </a:extLst>
          </p:cNvPr>
          <p:cNvSpPr/>
          <p:nvPr/>
        </p:nvSpPr>
        <p:spPr>
          <a:xfrm>
            <a:off x="697229" y="3189874"/>
            <a:ext cx="1993584" cy="119166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Single Word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Analysis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(Unigram)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F206D88-B8D2-FCFF-E606-75DCFEE92776}"/>
              </a:ext>
            </a:extLst>
          </p:cNvPr>
          <p:cNvSpPr/>
          <p:nvPr/>
        </p:nvSpPr>
        <p:spPr>
          <a:xfrm>
            <a:off x="6035141" y="8470986"/>
            <a:ext cx="1467293" cy="12865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asdf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053EEF-18BE-C8FF-70B0-01119C5AE0E7}"/>
              </a:ext>
            </a:extLst>
          </p:cNvPr>
          <p:cNvSpPr/>
          <p:nvPr/>
        </p:nvSpPr>
        <p:spPr>
          <a:xfrm>
            <a:off x="8427720" y="8501953"/>
            <a:ext cx="2083982" cy="10951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asdf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6F543E5-F851-C583-B60B-488B16854F7D}"/>
              </a:ext>
            </a:extLst>
          </p:cNvPr>
          <p:cNvSpPr/>
          <p:nvPr/>
        </p:nvSpPr>
        <p:spPr>
          <a:xfrm>
            <a:off x="4573904" y="1041113"/>
            <a:ext cx="3420291" cy="98357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Baseline and Comparison Transcripts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DE0747B-1563-ECE9-6499-DB7F31691A28}"/>
              </a:ext>
            </a:extLst>
          </p:cNvPr>
          <p:cNvSpPr/>
          <p:nvPr/>
        </p:nvSpPr>
        <p:spPr>
          <a:xfrm>
            <a:off x="3901915" y="3189874"/>
            <a:ext cx="1993584" cy="98357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Dual Word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Analysis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(Bigram)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41BBE8E-E00C-2A3D-0636-345C47F8FCE2}"/>
              </a:ext>
            </a:extLst>
          </p:cNvPr>
          <p:cNvSpPr/>
          <p:nvPr/>
        </p:nvSpPr>
        <p:spPr>
          <a:xfrm>
            <a:off x="7106601" y="3189874"/>
            <a:ext cx="1993584" cy="98357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Triple Word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Analysis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(Trigram)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2B501CB-75FF-99E1-8241-B667FBBDCAAF}"/>
              </a:ext>
            </a:extLst>
          </p:cNvPr>
          <p:cNvSpPr/>
          <p:nvPr/>
        </p:nvSpPr>
        <p:spPr>
          <a:xfrm>
            <a:off x="10311288" y="3189874"/>
            <a:ext cx="1993584" cy="98357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Quad Word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Analysis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E8C49BC-40CC-B751-D843-7BBCE6B41B38}"/>
              </a:ext>
            </a:extLst>
          </p:cNvPr>
          <p:cNvSpPr/>
          <p:nvPr/>
        </p:nvSpPr>
        <p:spPr>
          <a:xfrm>
            <a:off x="5162965" y="5506135"/>
            <a:ext cx="2831230" cy="12865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Re-Formatting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A1C9CCE-F06D-A439-3902-072C317CEEFA}"/>
              </a:ext>
            </a:extLst>
          </p:cNvPr>
          <p:cNvSpPr/>
          <p:nvPr/>
        </p:nvSpPr>
        <p:spPr>
          <a:xfrm>
            <a:off x="640078" y="5657615"/>
            <a:ext cx="3420291" cy="98357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Unusual Word List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5BB4ECB-06C7-075E-8E12-557E8FD3BEBD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2350223" y="2035629"/>
            <a:ext cx="2" cy="373388"/>
          </a:xfrm>
          <a:prstGeom prst="straightConnector1">
            <a:avLst/>
          </a:prstGeom>
          <a:ln w="38100">
            <a:tailEnd type="arrow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6D2BFE8-848B-D551-CA48-942ECA1545A4}"/>
              </a:ext>
            </a:extLst>
          </p:cNvPr>
          <p:cNvGrpSpPr/>
          <p:nvPr/>
        </p:nvGrpSpPr>
        <p:grpSpPr>
          <a:xfrm>
            <a:off x="1692449" y="2042594"/>
            <a:ext cx="4591600" cy="1126295"/>
            <a:chOff x="1692449" y="2042594"/>
            <a:chExt cx="4591600" cy="1126295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C5847AFB-6F8A-6BA8-727B-8AF2D830DB7D}"/>
                </a:ext>
              </a:extLst>
            </p:cNvPr>
            <p:cNvCxnSpPr>
              <a:cxnSpLocks/>
            </p:cNvCxnSpPr>
            <p:nvPr/>
          </p:nvCxnSpPr>
          <p:spPr>
            <a:xfrm>
              <a:off x="1692449" y="2424654"/>
              <a:ext cx="0" cy="744235"/>
            </a:xfrm>
            <a:prstGeom prst="straightConnector1">
              <a:avLst/>
            </a:prstGeom>
            <a:ln w="38100">
              <a:tailEnd type="arrow" w="lg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DE7FEE34-86E2-BFA1-5AEB-B5118F66C4E3}"/>
                </a:ext>
              </a:extLst>
            </p:cNvPr>
            <p:cNvCxnSpPr>
              <a:cxnSpLocks/>
            </p:cNvCxnSpPr>
            <p:nvPr/>
          </p:nvCxnSpPr>
          <p:spPr>
            <a:xfrm>
              <a:off x="6284049" y="2042594"/>
              <a:ext cx="0" cy="366423"/>
            </a:xfrm>
            <a:prstGeom prst="straightConnector1">
              <a:avLst/>
            </a:prstGeom>
            <a:ln w="38100">
              <a:tailEnd type="arrow" w="lg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3E3D4078-171C-E17E-A01F-4783FD51728B}"/>
                </a:ext>
              </a:extLst>
            </p:cNvPr>
            <p:cNvCxnSpPr>
              <a:cxnSpLocks/>
            </p:cNvCxnSpPr>
            <p:nvPr/>
          </p:nvCxnSpPr>
          <p:spPr>
            <a:xfrm>
              <a:off x="1694021" y="2424654"/>
              <a:ext cx="457241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E651EA2-113F-A144-C829-E78E71C27598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2330537" y="5337566"/>
            <a:ext cx="19687" cy="320049"/>
          </a:xfrm>
          <a:prstGeom prst="straightConnector1">
            <a:avLst/>
          </a:prstGeom>
          <a:ln w="38100">
            <a:tailEnd type="arrow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731BC62-446C-6055-CAEF-778298462800}"/>
              </a:ext>
            </a:extLst>
          </p:cNvPr>
          <p:cNvCxnSpPr>
            <a:cxnSpLocks/>
          </p:cNvCxnSpPr>
          <p:nvPr/>
        </p:nvCxnSpPr>
        <p:spPr>
          <a:xfrm>
            <a:off x="1692449" y="4381539"/>
            <a:ext cx="0" cy="949477"/>
          </a:xfrm>
          <a:prstGeom prst="straightConnector1">
            <a:avLst/>
          </a:prstGeom>
          <a:ln w="38100">
            <a:tailEnd type="arrow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9FE9617-6C1D-8FC4-B7B8-9D2C71A0993E}"/>
              </a:ext>
            </a:extLst>
          </p:cNvPr>
          <p:cNvCxnSpPr>
            <a:cxnSpLocks/>
          </p:cNvCxnSpPr>
          <p:nvPr/>
        </p:nvCxnSpPr>
        <p:spPr>
          <a:xfrm>
            <a:off x="1692449" y="5337566"/>
            <a:ext cx="6380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3A584857-AFE8-1212-D0A6-8F5B533F6454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4060369" y="6138936"/>
            <a:ext cx="1102596" cy="10469"/>
          </a:xfrm>
          <a:prstGeom prst="straightConnector1">
            <a:avLst/>
          </a:prstGeom>
          <a:ln w="38100">
            <a:tailEnd type="arrow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F036CCA-90FF-144A-65B3-71473716595E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7994195" y="6138936"/>
            <a:ext cx="1386205" cy="10469"/>
          </a:xfrm>
          <a:prstGeom prst="straightConnector1">
            <a:avLst/>
          </a:prstGeom>
          <a:ln w="38100">
            <a:tailEnd type="arrow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387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AEF2D-0D6D-0F6E-90D4-A463BF231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 Findings: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03FDD-A6AC-A409-9C12-CC454BD02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66E2B2-6C72-1679-E2FD-A97789E95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Thomas B. Kinsman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7C9FA0-5305-EAA6-3E01-C0472D3A3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7AFD4-4D5B-3349-87D8-45B09FE3E7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365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AD7F3-74D2-1CAB-279B-9156CCA7E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565"/>
            <a:ext cx="11521440" cy="701793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CDD01-9D3D-DE59-68C3-C2CBB8CEE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A8EFEB-5601-FB0F-9A50-00711F8F0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Thomas B. Kinsman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70FBF3-33B6-D25C-4E9D-4C57E0566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7AFD4-4D5B-3349-87D8-45B09FE3E7A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265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054FE-6506-96B4-BE86-73FD7AF18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B5511-3852-2B25-023D-4C9290F67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37D305-6282-939D-11D7-C5834E937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Thomas B. Kinsman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78F57E-F8DF-FE91-DA66-BDE3546A1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7AFD4-4D5B-3349-87D8-45B09FE3E7A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403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C7023-9591-1E36-4E69-046A80384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565"/>
            <a:ext cx="11521440" cy="76558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26EC3-CA33-0464-44A2-A53ADF6E9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A0B2A-1CDA-9007-93BC-C6112068A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Thomas B. Kinsman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56C22-61C4-6238-EF9F-D4E2AFC66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7AFD4-4D5B-3349-87D8-45B09FE3E7A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620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19971</TotalTime>
  <Words>123</Words>
  <Application>Microsoft Macintosh PowerPoint</Application>
  <PresentationFormat>Custom</PresentationFormat>
  <Paragraphs>40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Courier New</vt:lpstr>
      <vt:lpstr>Wingdings</vt:lpstr>
      <vt:lpstr>Office Theme</vt:lpstr>
      <vt:lpstr>TAP Initiative</vt:lpstr>
      <vt:lpstr>Analysis v1.0</vt:lpstr>
      <vt:lpstr>Key Findings:</vt:lpstr>
      <vt:lpstr>PowerPoint Presentation</vt:lpstr>
      <vt:lpstr>PowerPoint Presentation</vt:lpstr>
      <vt:lpstr>PowerPoint Presentation</vt:lpstr>
    </vt:vector>
  </TitlesOfParts>
  <Manager/>
  <Company>RIT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Data Mining</dc:title>
  <dc:subject>Rotation and PCA</dc:subject>
  <dc:creator>Thomas Bartholomew Kinsman</dc:creator>
  <cp:keywords/>
  <dc:description/>
  <cp:lastModifiedBy>Thomas Kinsman</cp:lastModifiedBy>
  <cp:revision>696</cp:revision>
  <cp:lastPrinted>2023-04-14T15:34:48Z</cp:lastPrinted>
  <dcterms:created xsi:type="dcterms:W3CDTF">2014-08-25T10:15:19Z</dcterms:created>
  <dcterms:modified xsi:type="dcterms:W3CDTF">2023-04-14T15:34:51Z</dcterms:modified>
  <cp:category/>
</cp:coreProperties>
</file>